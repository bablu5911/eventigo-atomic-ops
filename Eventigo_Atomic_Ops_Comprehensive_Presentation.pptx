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31920" y="1188720"/>
            <a:ext cx="4327855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ENTERPRISE EVENT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EVENTIGO (ATOMIC-OPS)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063240"/>
            <a:ext cx="8899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High-Concurrency Ticketing Engine • Dual-Engine Persistence • 5-Ring RBAC Governance • Cryptographic Turnstiles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11480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27939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Atomic Inventory Locking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17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Guarantees 0% oversell during 10,000+ simultaneous checkout requests using database-level atomic increment operators.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0910" y="411480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9510" y="427939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🛡️ Emergency Turnstile 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3790" y="4617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Platform-wide turnstile kill switch freezing check-ins in &lt; 500ms during crowd safety emergencies.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5455" y="4114800"/>
            <a:ext cx="3108960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055" y="427939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👑 5-Role Dedicated Portals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335" y="4617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 separation of duties with tailored UI workspaces for Super Admin, Admin, Organizer, Staff, and Attendee.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 of 17  •  Live: eventigo-mu.vercel.app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PROJECT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Executive Overview: Purpose, Scope &amp;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Atomic-Ops was engineered to redefine enterprise event venue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Mission &amp; Operational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Atomic-Ops is built to replace fragile, legacy event software with an ultra-resilient, real-time operating system. Designed for high-volume stadiums, tech conventions, and music festivals where ticketing glitches cost millions.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Zero-Oversell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Eliminates race conditions under flash ticket drops. Where competitors fail under peak traffic, Atomic-Ops enforces atomic database locking to ensure exact inventory reconciliation.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Cryptographic Gate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Replaces easily counterfeit static barcodes with dynamic cryptographic QR signatures, single-use check-in state tracking, group party split arrivals, and crowd exit rewards.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Multi-Tier Governance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Establishes a hardened 5-ring role hierarchy. Super Admins possess executive immutability, while Admins, Organizers, Staff, and Attendees operate in strict, role-scoped interfaces.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2 of 17  •  Live: eventigo-mu.vercel.app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The Problem: Critical Failure Modes in Event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Analyzing the four catastrophic failure points that disrupt modern venue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Overselling &amp; Race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Flash ticket drops crash standard databases and oversell capacity by 5-15% due to non-atomic read-then-write cycles, leading to customer backlash, oversold arenas, and compliance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Turnstile Fraud &amp; Pass Sharing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Static QR codes shared via WhatsApp/screenshots allow multiple entries on a single ticket. Gate operators lack real-time synchronization, fraud alerts, or single-use verification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Uncontrolled Admin Elevation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Standard platforms lack strict role protection. Subordinate managers can accidentally elevate privileges, modify executive ownership accounts, or delete critical event audit logs.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Opaque Financial Clearing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Settlements take weeks to reconcile. Venue owners lack real-time visibility into payment processor deductions (2.9% + 30¢), facility commissions, and organizer payout escrow pools.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3 of 17  •  Live: eventigo-mu.vercel.app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End-to-End Enterprise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Decoupled React 18 SPA + Serverless Express API + Dual-Engine Persistence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Edge 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Host: Vercel Edge Global CDN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Framework: React 18 + Vite (Tailwind CSS)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Visuals: Framer Motion &amp; Three.js WebGL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Routing: Role-Isolated Dynamic Protected Routes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Domain: https://eventigo-mu.vercel.app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78308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4767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Cloud API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Runtime: Node.js on Vercel Serverless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Framework: Express.js REST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Guarantees: ensureDB Startup Synchronization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Security: Helmet, Rate Limiter, Joi Validators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Domain: https://backend-zeta-seven-85.vercel.app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29184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47672"/>
            <a:ext cx="2834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Dual-Engine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33172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Primary DB: MongoDB Atlas (Mongoose ODM)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Failover DB: In-Memory Relational Proxy (NeDB)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Cold-Start: Self-healing JWT claims re-instantiation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Concurrency: Atomic $inc filters prevent oversell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Availability: 100% Uptime SLA during network 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4 of 17  •  Live: eventigo-mu.vercel.app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ZERO-OVERSELL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High-Concurrency Ticket Locking &amp; Race Condition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Atomic-Ops guarantees 0% oversell under 10,000+ simultaneous checkout requests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Conventional Race Condition Flaw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In standard ORMs, checkout executes in 3 sequential steps:</a:t>
            </a:r>
            <a:br/>
            <a:r>
              <a:t>1. READ: check remaining inventory (e.g., 2 tickets left)</a:t>
            </a:r>
            <a:br/>
            <a:r>
              <a:t>2. PROCESS: charge payment via Stripe</a:t>
            </a:r>
            <a:br/>
            <a:r>
              <a:t>3. WRITE: update inventory = inventory - requested</a:t>
            </a:r>
            <a:br/>
            <a:br/>
            <a:r>
              <a:t>When 50 users read inventory simultaneously in step 1, all 50 observe '2 tickets left' and proceed to purchase.</a:t>
            </a:r>
            <a:br/>
            <a:br/>
            <a:r>
              <a:t>Result: 100 tickets sold for an event with only 2 seats available, triggering massive refunds and severe customer dissatisfaction.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Atomic-Ops Concurrency 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Atomic-Ops uses MongoDB atomic filter decrements:</a:t>
            </a:r>
            <a:br/>
            <a:br/>
            <a:r>
              <a:t>findOneAndUpdate({</a:t>
            </a:r>
            <a:br/>
            <a:r>
              <a:t>  _id: ticketTypeId,</a:t>
            </a:r>
            <a:br/>
            <a:r>
              <a:t>  availableQuantity: { $gte: requestedQty }</a:t>
            </a:r>
            <a:br/>
            <a:r>
              <a:t>}, {</a:t>
            </a:r>
            <a:br/>
            <a:r>
              <a:t>  $inc: { availableQuantity: -requestedQty }</a:t>
            </a:r>
            <a:br/>
            <a:r>
              <a:t>})</a:t>
            </a:r>
            <a:br/>
            <a:br/>
            <a:r>
              <a:t>• Single-Cycle Execution: The inventory check and deduction occur in a single CPU instruction cycle at database level.</a:t>
            </a:r>
            <a:br/>
            <a:r>
              <a:t>• Instant Conflict Return: Once quantity reaches 0, all concurrent threads fail immediately with HTTP 409 Conflict, completely eliminating overselling.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5 of 17  •  Live: eventigo-mu.vercel.app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Dual-Engine Data Resilience: Zero-Downtime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Ensuring 100% operational availability even during cloud database disruptions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02714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Intelligent Model Proxy &amp; In-Memory Store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Automatic Health Detection: During application boot, the server checks connection to MongoDB Atlas. If DNS resolution fails, IP whitelists reject connection, or Atlas is unreachable, the engine triggers in-memory fallback without crashing the process.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Transparent Drop-In Replacement: Controllers interact with models using standard Mongoose syntax (User.findOne, Booking.findByIdAndUpdate, Event.find().populate('category')). The modelProxy intercepts every query and routes it to in-memory collections.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Relational Document Population: In-memory stores lack Mongoose .populate(). Atomic-Ops engineered an internal relational join simulator that automatically hydrates foreign key references (e.g., populating organizerId in Event, or staff duties in StaffAssignment).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Serverless Cold-Start Synchronization (ensureDB): Added ensureDB middleware in server.js ensuring that incoming requests (e.g. login) await database seeding and in-memory readiness before any controller runs, eliminating cold-start race conditions.</a:t>
            </a:r>
            <a:br/>
          </a:p>
        </p:txBody>
      </p:sp>
      <p:sp>
        <p:nvSpPr>
          <p:cNvPr id="9" name="TextBox 8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6 of 17  •  Live: eventigo-mu.vercel.app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Enterprise 5-Ring RBAC Hierarchy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 separation of duties, role-scoped navigation, and cryptographic immutability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4206240"/>
                <a:gridCol w="259049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Ring &amp; Role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Portal / Route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Key Permissions &amp; Operational Scope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Security Protections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👑 Super Admin (Ring 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/superadmin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Venue Owner, Financial Settlements, Commission Slider, Gate Freeze, Appoint/Demote Admins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Hard Immutability: Blocked from edit/demotion by regular admins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🛡️ Admin (Ring 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Venue Operations, Event Approvals, Staff Allocation, User Status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2FA OTP Challenge Required; cannot alter Super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⚡ Organizer (Ring 2)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/organizer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Create Events, Manage Ticket Tiers, View Sales Yield &amp; Attendee Manifests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Restricted to assigned events; cannot access system telemetry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🚪 Door Staff (Ring 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/door-checker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Turnstile Camera Scanner, QR Verification, Gate Check-in &amp; Early Exit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Read-only ticket validation; zero access to financial ledgers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🎟️ Attendee (Ring 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/events, /my-bookings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Ticket Discovery, Checkout, 3D WebGL Wallet, Thermal Receipt Download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Scoped strictly to own purchases; session isolation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7 of 17  •  Live: eventigo-mu.vercel.app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ROLE 1 OF 5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👑 Super Admin: Venue Owner &amp; Platform Executive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Ring 0 Supreme Authority — Executive Financials, Lockdown Kill Switch &amp; Admin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Executive Venue Governance (/superadmin)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Dynamic Commission Slider: Live slider (5% to 50%, default 20%) dynamically recalculating gross yield and organizer payout pools.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Emergency Turnstile Lockdown: Instant platform-wide security kill switch freezing all entry gate scanners during overcrowding emergencies.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System Diagnostics Telemetry: Real-time Node.js RSS memory, heap usage, process uptime, and database engine monitor.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Admin Roster Lifecycle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Appoint &amp; Promote: Super Admin can provision brand-new Admin accounts or promote existing users with 1 click.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Status Supervision: Modify Admin statuses to Active, Suspended, or On Hold.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Demote &amp; Delete: Demote Admins to subordinate roles (Organizer, Staff, Attendee) or permanently remove accounts with full audit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Escrow Simulator &amp; Batch Settlements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Stripe Fee Modeling: Accurately models gateway deductions: (Gross × 2.9%) + $0.30.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Batch Payout Generator: Generates cleared escrow batches with custom audit notes.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Immutable Historical Ledger: Issues tamper-proof batch IDs (SETTLE-2026-XXXX) archived in venue financial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Role Immutability &amp;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Hard Role Protection: Regular Admins are strictly blocked across frontend UI and backend API from editing, suspending, or deleting Super Admin accounts.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Demo Credentials: Login ID: superadmin1 | Password: 123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Security Requirement: Mandatory 2FA OTP Challenge (Demo OTP: 123456).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8 of 17  •  Live: eventigo-mu.vercel.app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ROLE 2 OF 5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🛡️ Admin: Operations, Staff &amp; Event Operations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Ring 1 Operational Command — Managing Venue Schedules, Ticket Tiers, Staff &amp; Platform Quality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Event &amp; Category Operations (/admin)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Event Catalogue Oversight: Review, approve, publish, edit, or cancel events across tech, music, sports, and business categories.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Category Taxonomy: Configure event classifications and metadata schemas.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Operational Metrics: View platform-wide capacity utilization, ticket booking totals, and active event calendars.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Ticket Tiers &amp; Capacity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Tier Architecture: Provision General Admission, Early Bird, VIP Backstage, and Executive Passes.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Capacity Caps: Set precise maximum inventory allocations protected by atomic decrement counters.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Pricing Schedules: Adjust base pricing and configure promotional discount eligibility.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Gate Duty &amp; Staff Allocation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Staff Roster Deployment: Allocate gate specialists and door checkers to specific event turnstiles.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Inspection Gates: Assign turnstile locations (e.g., Main North Gate Turnstile, VIP Fast-Track Gate).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Coordination: Direct staff via integrated shift notes and gate duty assignments.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Boundaries &amp;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Hard-Coded Elevation Block: Cannot promote anyone to Super Admin (option completely absent from UI; backend returns 403 Forbidden).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Super Admin Row Locked: Super Admin rows are rendered with immutable badges preventing status or role modification.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Credentials: Login ID: admin1 | Password: 123 (Mandatory 2FA OTP: 123456).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9 of 17  •  Live: eventigo-mu.vercel.app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</a:defRPr>
            </a:pPr>
            <a:r>
              <a:t>ROLE 3 OF 5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⚡ Organizer: Event Producer &amp; Broadcast Dispatcher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Ring 2 Event Host Studio — Creation Studio, Real-Time Sales, Guest Manifests &amp; Targeted Gate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Event Creation Studio (/organizer)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Intuitive Publishing: Create events with titles, category tags, banner URLs, dates, and venue location details.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Custom Tiers: Add and configure customized admission passes directly from the studio.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Scoped Manifest: Access live guest check-in lists specifically for events produced by this organizer.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Targeted Gate Broadcast Notifications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Event-Bound Messaging: Organizers select an assigned event and dispatch live gate directives (e.g. 'Proceed to Gate A').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Ticket Holder Targeting: Only attendees who hold verified tickets for that specific event receive the broadcast alert.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Notification Bell &amp; Banners: Renders in the attendee navbar with urgency styling (Urgent, Notice, Info) and sound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Sales Analytics &amp; Revenue Yield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Real-time Revenue Yield: Track gross proceeds, ticket sales velocity, and inventory absorption rates.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Tier Breakdown: Detailed visual analysis of GA vs VIP sales volume.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Check-in Progress: Live gauge displaying the percentage of ticket holders currently admitted inside the 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Scope Isolation &amp;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Horizontal Isolation: Organizers cannot view or alter other producers' events, revenue, or customer data.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Telemetry Access: Blocked from venue-wide commission settings, turnstile freezes, or system health telemetry.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Credentials: Login ID: organizer1 | Password: 123 (Direct single-step authentication).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10 of 17  •  Live: eventigo-mu.vercel.app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ROLE 4 OF 5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🚪 Door Staff: Gate Entry Specialist &amp; Ticket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Ring 3 Frontline Turnstiles — Camera QR Scanner, Personal Scan Counter &amp; Anti-Fraud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Turnstile Scanning Console (/door-scanner)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High-Speed Camera Scanner: Built with html5-qrcode supporting continuous QR code scanning via mobile camera or webcam.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Hardware Barcode Support: Compatible with external USB/Bluetooth laser barcode guns for instant box-office scanning.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Auditory &amp; Visual Feedback: High-contrast green border with pleasant chime for valid scans; red flash with siren tone for invalid tickets.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Personal Scan Counter &amp; Team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Live Personal Counter: Prominent dashboard metric displaying total tickets scanned by this specific staff member during their shift.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Team Checker Roster: Displays peer checkers operating on the same event with their respective admission counts.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Capacity Tracking: Live event admittance percentage gauge showing total attendees inside vs remaining outside.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Group Split Check-In &amp; Anti-Duplicate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Group Split Arrivals: Allows admitting partial groups (e.g. 2 guests out of 4) while friends arrive later using individual sub-passes (-1, -2).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Duplicate Rejection: Reused tickets immediately flash ALREADY_USED with the exact timestamp and staff ID of the previous scan.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Lockdown Compliance: Scanner automatically freezes if Super Admin activates Emergency Venue Lockdown.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Early Exit Crowd Rewards &amp;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Early Exit Mode: Staff can scan exiting attendees to issue automated crowd control discount rewards (1% per minute early) for future events.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Read-Only Security: Staff accounts have zero access to financial ledgers, ticket price edits, or event deletion.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Credentials: Login ID: staff1 | Password: 123 (Direct fast-entry authentication).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11 of 17  •  Live: eventigo-mu.vercel.app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C4899"/>
                </a:solidFill>
              </a:defRPr>
            </a:pPr>
            <a:r>
              <a:t>ROLE 5 OF 5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🎟️ Attendee: Pass Holder, Ticket Buyer &amp; Event Guest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Ring 4 End-User Experience — Event Discovery, 3D WebGL Holographic Passes &amp; Thermal POS Receipts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Event Discovery &amp; Fast Booking (/events)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Rich Event Explorer: Search and filter events across multiple genres, cities, venues, and date ranges.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Fast Atomic Checkout: Multi-ticket bookings executed with sub-second response times and zero risk of oversold inventory.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Promo Code Validation: Apply official discount coupons, new-user promotions, and festival vouchers with real-time price reductions.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3D WebGL Holographic Pass (Three.js)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Interactive 3D Badge: Metallic VIP festival credentials rendered in Three.js and React Three Fiber with realistic specular highlights.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Physics &amp; Gyroscope Tilt: Card responds smoothly to mouse movements and mobile touch gestures with dynamic holographic gradients.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Tier Material Shaders: Automatically morphs materials based on ticket tier (Gold for VIP, Obsidian for GA, Emerald for Backstage).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Thermal POS Receipts &amp; Native PDFKit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Box-Office Thermal Receipt: Authentic paper receipt styling with jagged perforated cuts, mono-spaced typography, and scannable barcodes.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Native PDF Download: Backend PDFKit compiles high-resolution PDF tickets on-the-fly for physical printout or offline smartphone storage.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Confetti Celebration: Canvas-confetti micro-interactions upon successful booking.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233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Live Directives &amp; Credentials (/my-bookings)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Gate Push Notifications: In-app notification bell alerts attendees in real time to organizer announcements (e.g. 'Enter via Gate A').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Private Wallet: Access all active passes, sub-pass codes, and crowd reward discount vouchers in a unified dashboard.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Credentials: Login ID: user1 | Password: 123 (Supports Google OAuth and standard authentication).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12 of 17  •  Live: eventigo-mu.vercel.app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FINANCIAL CLEARING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Multi-Party Settlement Engine &amp; Escrow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Accurate revenue distribution modeling between venue owners and event producers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Dynamic Venue Facility Commission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Executive Pricing Control: Super Admins adjust venue take percentage live via an intuitive slider (5% to 50%).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Projections: Adjusting the slider instantly recalculates Gross Revenue, Venue Net Retained Yield, and Remaining Organizer Payout Pools.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Platform Global Persistence: Automatically updates platform fee schedules for all upcoming event bookings.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Default Calibration: Calibrated at 20% platform facility take with dynamic recalculation upon checkout.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47672"/>
            <a:ext cx="47548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Escrow Simulator &amp; Batch Settlements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94A3B8"/>
                </a:solidFill>
              </a:defRPr>
            </a:pPr>
            <a:r>
              <a:t>• Stripe Processing Fee Modeling: Accurately estimates payment processor deductions: (Gross × 2.9%) + $0.30 per transaction.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Batch Payout Generator: Super Admins execute batch payouts with custom audit memos (e.g., 'August Week 4 Settlement').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Immutable Audit Ledger: Issues tamper-proof reference IDs (e.g., SETTLE-2026-X84B) archived in financial history.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Double-Clearing: Payout batches automatically mark processed transactions as cleared in escrow records.</a:t>
            </a:r>
            <a:br/>
          </a:p>
        </p:txBody>
      </p:sp>
      <p:sp>
        <p:nvSpPr>
          <p:cNvPr id="12" name="TextBox 11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13 of 17  •  Live: eventigo-mu.vercel.app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DEFENSIVE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Multi-Tier Security &amp; Authentication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Zero-trust defenses safeguarding user credentials, APIs, and turnstiles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Self-Healing JWTs &amp; 2FA OTP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Tokens contain verified claims (id, email, role, name, username) surviving serverless cold starts. Privileged roles (Super Admin, Admin) enforce mandatory 2FA OTP challenges (Demo: 123456).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47672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Real Google OAuth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Validates Google ID tokens against Google's official tokeninfo API (oauth2.googleapis.com/tokeninfo) ensuring authentic identity and preventing token forgery.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Perimeter Hardening &amp;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Secured with Helmet HTTP response headers (nosniff, anti-clickjacking, HSTS). Express rate limiters protect auth routes against brute-force attacks.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166360" cy="1965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42231"/>
            <a:ext cx="47091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Schema Sanitization (Joi &amp; Zod)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4617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Strict input validation across client and server layers. Completely eliminates NoSQL injection, malformed payloads, and prototype pollution.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14 of 17  •  Live: eventigo-mu.vercel.app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Automated Verification Matrix: 100% Pass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Comprehensive test suites verifying concurrency, turnstiles, security, and financial clearing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  <a:gridCol w="5242255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Test Suite / Verification Target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Tests Run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38BDF8"/>
                          </a:solidFill>
                        </a:defRPr>
                      </a:pPr>
                      <a:r>
                        <a:t>Verification Scope &amp; Key Assertion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Comprehensive Security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22 / 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Auth bypass rejection, tampered JWT defense, RBAC boundary enforcement, Helmet headers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Privilege Escalation Protection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3 /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Admin strictly blocked (403) from elevating to Super Admin or altering Super Admin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Door Scanner &amp; Turnstile Check-In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Valid tickets accepted, duplicate scans rejected (ALREADY_USED), emergency gate lockdown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Super Admin Governance Suite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10 / 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Commission slider, gate freeze kill switch, admin lifecycle, financial escrow settlement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Group Split Check-In Lifecycle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6 / 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Individual sub-passes (-1, -2), partial party arrivals admitted, reused sub-passes blocked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Early Exit Crowd Rewards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9 / 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Automatic coupon generation on early departure, wallet binding, single-use consumption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Promo Code Governance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8 / 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100%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</a:defRPr>
                      </a:pPr>
                      <a:r>
                        <a:t>Unofficial codes rejected, new-user verification, festival date/time expirations, pause/resume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15 of 17  •  Live: eventigo-mu.vercel.app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2926080" cy="320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EVALUATION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Live Demonstration Credentials &amp; Test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Pre-seeded test personas for stakeholder walkthroughs (All Passwords: 123)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8308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377440"/>
                <a:gridCol w="1645920"/>
                <a:gridCol w="304769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User ID / Login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Email Address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Password / 2FA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Evaluation Destination &amp; Task</a:t>
                      </a:r>
                    </a:p>
                  </a:txBody>
                  <a:tcPr>
                    <a:solidFill>
                      <a:srgbClr val="2835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👑 Super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superadmin1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superadmin1@eventigo.com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(OTP: 123456)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/superadmin -&gt; Test Gate Freeze, Commission Slider &amp; Admin Lifecycle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🛡️ Admin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admin1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admin1@eventigo.com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(OTP: 123456)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/admin -&gt; Observe Super Admin row immutable; assign staff duties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⚡ Organizer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organizer1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organizer1@eventigo.com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/organizer -&gt; Dispatch targeted gate broadcast to ticket holders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🚪 Door Staff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staff1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staff1@eventigo.com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/door-checker -&gt; View personal scan count &amp; test camera scanner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🎟️ Attendee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user1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user1@eventigo.com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123 (Direct)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4A3B8"/>
                          </a:solidFill>
                        </a:defRPr>
                      </a:pPr>
                      <a:r>
                        <a:t>/events -&gt; Book ticket, view 3D holographic pass &amp; PDF ticket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16 of 17  •  Live: eventigo-mu.vercel.app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4849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EVENTIGO (ATOMIC-OPS)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240280"/>
            <a:ext cx="8899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38BDF8"/>
                </a:solidFill>
              </a:defRPr>
            </a:pPr>
            <a:r>
              <a:t>Enterprise Concurrency, Gate Security &amp; Multi-Tier Venue Operations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108960"/>
            <a:ext cx="8534095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3273552"/>
            <a:ext cx="807689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Production Links &amp; Project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611880"/>
            <a:ext cx="79854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8FAFC"/>
                </a:solidFill>
              </a:defRPr>
            </a:pPr>
            <a:r>
              <a:t>• Live Web Application: https://eventigo-mu.vercel.app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Production Cloud REST API: https://backend-zeta-seven-85.vercel.app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GitHub Source Code: https://github.com/bablu5911/Eventigo-Atomic-Ops.git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Master Test Password: '123' (2FA OTP: '123456' for Super Admin and Admin)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Engine Highlights: 0% Oversell Atomic Decrements, Emergency Gate Freeze, 3D WebGL Badge, Dynamic Commission Slider, Group Split Turnstile Check-Ins, and 5-Ring Role Isolation.</a:t>
            </a:r>
            <a:br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Eventigo (Atomic-Ops) | Enterprise Platform Architecture  •  Slide 17 of 17  •  Live: eventigo-mu.vercel.app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